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SALON &amp; SPA APPOINTMENT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9D6D6"/>
                </a:solidFill>
                <a:latin typeface="Aptos"/>
              </a:defRPr>
            </a:pPr>
            <a:r>
              <a:t>REVIEW 3 — FINAL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Devyani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Roll No.: 25WU0102069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B.Tech CSE – AIML  •  Rhinos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Woxsen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4617720"/>
            <a:ext cx="2697480" cy="658368"/>
          </a:xfrm>
          <a:prstGeom prst="round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FINAL PROJECT • REVIEW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— From Database to Working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210312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3108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Manual appointment books can create: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staff conflicts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incorrect package tracking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billing/payment mistakes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poor visibility into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60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60120"/>
            <a:ext cx="73152" cy="210312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108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A relational database + simple application that manages: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customers &amp; staff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services &amp; appointments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packages &amp; products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bills, payments &amp;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60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73152" cy="210312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Final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36192"/>
            <a:ext cx="3108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One connected workflow: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REGISTER → BOOK → ASSIGN → USE PACKAGE → ISSUE PRODUCT → BILL → PAY →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10972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73152" cy="20574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5701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Core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05072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Provide a reliable, validated and easy-to-use salon/spa management system while demonstrating database design, normalization, CRUD operations, transaction awareness, input validation and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Final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18288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8813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1.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Simple Java/Python application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Forms for registration, booking, billing and search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Input validation before database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9601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960120"/>
            <a:ext cx="73152" cy="18288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08813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2. Application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Availability checking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Skill matching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Package balance checks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Billing/payment calculations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9601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73152" cy="18288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08813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3. Database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53619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MySQL relational database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15 core tables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PK/FK/UNIQUE/CHECK constraints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Indexes + views + transactions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10972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200400"/>
            <a:ext cx="73152" cy="210312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2841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Data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776472"/>
            <a:ext cx="106070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Customer / Staff → Application → Validation → MySQL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Booking: Customer selects service → system finds eligible skilled staff → checks schedule &amp; overlap → creates appointment → optionally consumes package → generates bill → records payment.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Database Implementation — Final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6012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5943600"/>
              </a:tblGrid>
              <a:tr h="53557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Tables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People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Customer, Staff, Skill, StaffSkill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Profiles, staff capabilities and skill matching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Category, Service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Service catalog, duration and price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Scheduling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StaffSchedule, Appointment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Working hours and bookings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Package, Membership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 subscriptions and session balances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Inventory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Product, ProductUsage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 stock and appointment usage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Bill, Payment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Billing, payments and revenue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98348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983480"/>
            <a:ext cx="73152" cy="9144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5111496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559552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All core relations designed to 3NF with atomic attributes and no partial/transitive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983480"/>
            <a:ext cx="5394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983480"/>
            <a:ext cx="73152" cy="9144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5111496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559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Foreign keys maintain valid relationships; constraints protect important business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Customer Management — CRUD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73152" cy="33832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167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334"/>
                </a:solidFill>
                <a:latin typeface="Aptos Display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22402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Register customer with validated name, phone and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1887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188720"/>
            <a:ext cx="73152" cy="338328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3167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334"/>
                </a:solidFill>
                <a:latin typeface="Aptos Display"/>
              </a:defRPr>
            </a:pPr>
            <a: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64792"/>
            <a:ext cx="22402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Search customers by ID, name or 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1887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188720"/>
            <a:ext cx="73152" cy="33832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167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334"/>
                </a:solidFill>
                <a:latin typeface="Aptos Display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764792"/>
            <a:ext cx="22402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Edit contact details when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1887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188720"/>
            <a:ext cx="73152" cy="338328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3167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334"/>
                </a:solidFill>
                <a:latin typeface="Aptos Display"/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64792"/>
            <a:ext cx="22402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Remove only records not referenced by dependent transactions.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83480"/>
            <a:ext cx="73152" cy="82296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5111496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559552"/>
            <a:ext cx="10515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Phone/email format • unique phone • required fields • safe deletion using foreign-key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Appointment Booking — Main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73152" cy="13258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1795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1. Select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27631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73152" cy="132588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1795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2. Select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627631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051560"/>
            <a:ext cx="73152" cy="13258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1795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3. Choose date/time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627631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803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80360"/>
            <a:ext cx="73152" cy="13258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0083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4. Find skilled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4564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8803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880360"/>
            <a:ext cx="73152" cy="132588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0083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5. Check schedule + 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4564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803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880360"/>
            <a:ext cx="73152" cy="132588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0083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6. Confirm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4564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Validated before INSERT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0749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074920"/>
            <a:ext cx="73152" cy="9144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20293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50992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 ID is generated and the booking becomes available in appointment/report views.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Skilled-Staff Assignment &amp; Conflict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196596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88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Skill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Service defines the required skill.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StaffSkill determines whether the selected staff member is qualified.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Invalid match → booking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960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960120"/>
            <a:ext cx="73152" cy="196596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088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Schedule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StaffSchedule defines working days and time range.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 start + service duration must fit within the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9601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73152" cy="19659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088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Overlap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536192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For the same staff member, an active appointment cannot overlap the requested interval.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Conflict → booking rejected.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37560"/>
            <a:ext cx="10972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73152" cy="1874519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46557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Validation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13632"/>
            <a:ext cx="106070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1. Identify qualified staff → 2. verify working schedule → 3. calculate appointment end time → 4. search active appointments for overlap → 5. create appointment only when all checks 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Package &amp; Membership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20574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Defines package name, price, total sessions and validity period.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601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60120"/>
            <a:ext cx="73152" cy="20574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Connects a customer to a package and stores start date, expiry date and sessions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601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73152" cy="20574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8813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Package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5361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Remaining sessions = total sessions − sessions used.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Expired or exhausted package → usage rejected.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10972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73152" cy="196596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5701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Transaction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05072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When an appointment uses a package, the appointment and session update should succeed together. If validation or the update fails, the transaction is rolled back to avoid an incorrect balance.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Product Issue, Billing &amp;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601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20624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System action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Product issue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Create ProductUsage for appointment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Quantity &gt; 0; stock sufficient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 generation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Calculate subtotal, discount, tax and total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Total ≥ 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Record payment against bill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 &gt; 0 and ≤ outstanding balance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Completion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Update bill/payment status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No overpayment; consistent records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48056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480560"/>
            <a:ext cx="73152" cy="10972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608576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056632"/>
            <a:ext cx="4937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Bill = ₹1,500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Payment = ₹1,000 → Outstanding = ₹500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80560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480560"/>
            <a:ext cx="73152" cy="109728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4608576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Invalid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056632"/>
            <a:ext cx="50292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Bill = ₹1,500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Payment = ₹1,600 → 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Search &amp; Reporting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73152" cy="18288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Appointments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Date-wise appointments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Customer + service + staff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Booking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73152" cy="18288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Staff 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Bookings per staff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Completed appointments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High/low utilization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14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73152" cy="18288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Service Popularity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Booking count by service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Most requested categories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Demand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54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73152" cy="18288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28269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Package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73075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Active memberships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Sessions used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Sessions remaining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Expiry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54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154680"/>
            <a:ext cx="73152" cy="18288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28269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Product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73075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Products issued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Quantity used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Unused/slow 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154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154680"/>
            <a:ext cx="73152" cy="18288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28269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73075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Paid bills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Revenue by day/month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Outstanding balances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Important SQL Reports Used in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35640" cy="4251960"/>
          </a:xfrm>
          <a:prstGeom prst="round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F0F0"/>
                </a:solidFill>
                <a:latin typeface="Courier New"/>
              </a:defRPr>
            </a:pPr>
            <a:r>
              <a:t>-- Staff utilization</a:t>
            </a:r>
            <a:br/>
            <a:r>
              <a:t>SELECT st.staff_name, COUNT(a.appointment_id) AS total_bookings</a:t>
            </a:r>
            <a:br/>
            <a:r>
              <a:t>FROM Staff st</a:t>
            </a:r>
            <a:br/>
            <a:r>
              <a:t>LEFT JOIN Appointment a ON a.staff_id = st.staff_id</a:t>
            </a:r>
            <a:br/>
            <a:r>
              <a:t>GROUP BY st.staff_id, st.staff_name;</a:t>
            </a:r>
            <a:br/>
            <a:br/>
            <a:r>
              <a:t>-- Service popularity</a:t>
            </a:r>
            <a:br/>
            <a:r>
              <a:t>SELECT s.service_name, COUNT(*) AS bookings</a:t>
            </a:r>
            <a:br/>
            <a:r>
              <a:t>FROM Appointment a</a:t>
            </a:r>
            <a:br/>
            <a:r>
              <a:t>JOIN Service s ON s.service_id = a.service_id</a:t>
            </a:r>
            <a:br/>
            <a:r>
              <a:t>GROUP BY s.service_id, s.service_name</a:t>
            </a:r>
            <a:br/>
            <a:r>
              <a:t>ORDER BY bookings DESC;</a:t>
            </a:r>
            <a:br/>
            <a:br/>
            <a:r>
              <a:t>-- Revenue</a:t>
            </a:r>
            <a:br/>
            <a:r>
              <a:t>SELECT SUM(total) AS revenue</a:t>
            </a:r>
            <a:br/>
            <a:r>
              <a:t>FROM Bill</a:t>
            </a:r>
            <a:br/>
            <a:r>
              <a:t>WHERE status = 'Paid';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40680"/>
            <a:ext cx="10835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73152" cy="64008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56869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6016752"/>
            <a:ext cx="104698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The same database supports operational queries and management-level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Views, Indexes &amp; Transactions — Final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73152" cy="205740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AppointmentReport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StaffUtilization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PackageBalance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RevenueSummary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Reusable reporting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144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73152" cy="205740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Appointment(staff_id, start_time)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Appointment(customer_id, start_time)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Service(category_id)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Payment(bill_id)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Faster search and joins.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144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73152" cy="205740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042416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4"/>
                </a:solidFill>
                <a:latin typeface="Aptos Display"/>
              </a:defRPr>
            </a:pPr>
            <a: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Booking + package use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Billing + payment</a:t>
            </a: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COMMIT only after all related operations succeed; ROLLBACK on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37560"/>
            <a:ext cx="10972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73152" cy="164592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46557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13632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Database correctness is maintained even when users enter invalid data or an operation fails halfway 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Testing &amp; Error Handling — Final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11292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4892040"/>
              </a:tblGrid>
              <a:tr h="48213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T01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Valid customer registration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Customer created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T02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Duplicate phone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Rejected by UNIQUE validation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T03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Valid appointment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Appointment created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T04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Overlapping staff appointment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Booking rejected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Wrong staff skill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Assignment rejected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T06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Outside staff schedule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Booking rejected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T07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 expired / exhausted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Package use rejected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T08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 greater than outstanding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Payment rejected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T09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Valid payment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Bill balance updated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T10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Invalid referenced record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Foreign-key error / safe handling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Final Prototype Demonstration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73152" cy="1170432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04241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49047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Login / open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91440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914400"/>
            <a:ext cx="73152" cy="1170432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04241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149047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Register a new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91440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914400"/>
            <a:ext cx="73152" cy="1170432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04241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49047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View/search 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91440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914400"/>
            <a:ext cx="73152" cy="1170432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04241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149047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Create or select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46888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468880"/>
            <a:ext cx="73152" cy="1170432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5968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04495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Book appointment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246888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2468880"/>
            <a:ext cx="73152" cy="1170432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6" y="25968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04495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Show skilled-staff assignment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246888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468880"/>
            <a:ext cx="73152" cy="1170432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25968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304495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Trigger an overlap/validation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1704" y="246888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61704" y="2468880"/>
            <a:ext cx="73152" cy="1170432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25968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304495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Use package session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02336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023360"/>
            <a:ext cx="73152" cy="1170432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41513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459943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Issue product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402336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5848" y="4023360"/>
            <a:ext cx="73152" cy="1170432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57016" y="41513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7016" y="459943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Generate bill + record payment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8776" y="402336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8776" y="4023360"/>
            <a:ext cx="73152" cy="1170432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4" y="41513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9944" y="459943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Open reports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61704" y="402336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61704" y="4023360"/>
            <a:ext cx="73152" cy="1170432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415137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334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4599432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A3038"/>
                </a:solidFill>
                <a:latin typeface="Aptos"/>
              </a:defRPr>
            </a:pPr>
            <a:r>
              <a:t>Show database records updated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623560"/>
            <a:ext cx="10972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5623560"/>
            <a:ext cx="73152" cy="50292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" y="5751576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334"/>
                </a:solidFill>
                <a:latin typeface="Aptos Display"/>
              </a:defRPr>
            </a:pPr>
            <a:r>
              <a:t>Demo tip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6199632"/>
            <a:ext cx="1060704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A3038"/>
                </a:solidFill>
                <a:latin typeface="Aptos"/>
              </a:defRPr>
            </a:pPr>
            <a:r>
              <a:t>Show one successful workflow + one rejected workflow + one report. This demonstrates functionality and validation quickly.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GitHub Repository — Final Submission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FINAL REVIEW • WEEK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14400"/>
            <a:ext cx="6400800" cy="5303520"/>
          </a:xfrm>
          <a:prstGeom prst="round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9436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F0F0"/>
                </a:solidFill>
                <a:latin typeface="Courier New"/>
              </a:defRPr>
            </a:pPr>
            <a:r>
              <a:t>salon-spa-management-system/</a:t>
            </a:r>
            <a:br/>
            <a:r>
              <a:t>│</a:t>
            </a:r>
            <a:br/>
            <a:r>
              <a:t>├── README.md</a:t>
            </a:r>
            <a:br/>
            <a:r>
              <a:t>├── database/</a:t>
            </a:r>
            <a:br/>
            <a:r>
              <a:t>│   ├── 01_create_database.sql</a:t>
            </a:r>
            <a:br/>
            <a:r>
              <a:t>│   ├── 02_create_tables.sql</a:t>
            </a:r>
            <a:br/>
            <a:r>
              <a:t>│   ├── 03_constraints.sql</a:t>
            </a:r>
            <a:br/>
            <a:r>
              <a:t>│   ├── 04_sample_data.sql</a:t>
            </a:r>
            <a:br/>
            <a:r>
              <a:t>│   └── 05_reports_views.sql</a:t>
            </a:r>
            <a:br/>
            <a:r>
              <a:t>│</a:t>
            </a:r>
            <a:br/>
            <a:r>
              <a:t>├── application/</a:t>
            </a:r>
            <a:br/>
            <a:r>
              <a:t>│   ├── main.py / Main.java</a:t>
            </a:r>
            <a:br/>
            <a:r>
              <a:t>│   ├── database_connection</a:t>
            </a:r>
            <a:br/>
            <a:r>
              <a:t>│   ├── modules/</a:t>
            </a:r>
            <a:br/>
            <a:r>
              <a:t>│   └── requirements.txt</a:t>
            </a:r>
            <a:br/>
            <a:r>
              <a:t>│</a:t>
            </a:r>
            <a:br/>
            <a:r>
              <a:t>├── presentations/</a:t>
            </a:r>
            <a:br/>
            <a:r>
              <a:t>│   ├── Review_1.pptx</a:t>
            </a:r>
            <a:br/>
            <a:r>
              <a:t>│   ├── Review_2.pptx</a:t>
            </a:r>
            <a:br/>
            <a:r>
              <a:t>│   └── Review_3_Final.pptx</a:t>
            </a:r>
            <a:br/>
            <a:r>
              <a:t>│</a:t>
            </a:r>
            <a:br/>
            <a:r>
              <a:t>├── report/</a:t>
            </a:r>
            <a:br/>
            <a:r>
              <a:t>│   └── Final_Report.pdf</a:t>
            </a:r>
            <a:br/>
            <a:r>
              <a:t>│</a:t>
            </a:r>
            <a:br/>
            <a:r>
              <a:t>├── video/</a:t>
            </a:r>
            <a:br/>
            <a:r>
              <a:t>│   └── Video_Link.txt</a:t>
            </a:r>
            <a:br/>
            <a:r>
              <a:t>│</a:t>
            </a:r>
            <a:br/>
            <a:r>
              <a:t>└── testing/</a:t>
            </a:r>
            <a:br/>
            <a:r>
              <a:t>    └── Test_Cases.xlsx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91440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914400"/>
            <a:ext cx="73152" cy="141732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04241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149047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Project overview • setup steps • database credentials/config • screenshots •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60604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606040"/>
            <a:ext cx="73152" cy="141732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273405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31821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ER diagram • 3NF • data dictionary • SQL queries • test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29768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4297680"/>
            <a:ext cx="73152" cy="141732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8" y="442569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 Display"/>
              </a:defRPr>
            </a:pPr>
            <a:r>
              <a:t>Final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87375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5-minute video public Google Drive link</a:t>
            </a:r>
          </a:p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Final presentation</a:t>
            </a:r>
          </a:p>
          <a:p>
            <a:pPr>
              <a:spcAft>
                <a:spcPts val="400"/>
              </a:spcAft>
              <a:defRPr sz="1100">
                <a:solidFill>
                  <a:srgbClr val="2A3038"/>
                </a:solidFill>
                <a:latin typeface="Aptos"/>
              </a:defRPr>
            </a:pPr>
            <a:r>
              <a:t>Any demo/deployment 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Final Submission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55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D2E1E1"/>
                </a:solidFill>
                <a:latin typeface="Aptos"/>
              </a:defRPr>
            </a:pPr>
            <a:r>
              <a:t>Do not miss these deliverables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14400"/>
          <a:ext cx="11201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5820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Deliverable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Final status / action</a:t>
                      </a:r>
                    </a:p>
                  </a:txBody>
                  <a:tcPr marL="54864" marR="36576">
                    <a:solidFill>
                      <a:srgbClr val="1823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Working prototype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Application connected to database; demonstrate CRUD + validation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Source code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Upload complete application + SQL scripts to GitHub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Three presentations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Review 1 + Review 2 + Review 3 Final in presentations/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Final report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Complete report; print hardcopy for submission to ma'am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5-minute video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Record full prototype + presentation walkthrough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Google Drive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Upload video; set access to “Anyone with the link – Viewer”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Document with link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Put public Drive video link in a document and upload it to GitHub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Viva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3038"/>
                          </a:solidFill>
                          <a:latin typeface="Aptos"/>
                        </a:defRPr>
                      </a:pPr>
                      <a:r>
                        <a:t>Be ready to explain ER model, 3NF, constraints, SQL and prototype workflow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56832"/>
            <a:ext cx="107899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Salon &amp; Spa Appointment Management System  •  Devyani  •  25WU0102069  •  AIML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FINAL PROJECT — COMPLETE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1F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568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0487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3NF schema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Integrity constraints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Queries + views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Indexes +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73152" cy="2377440"/>
          </a:xfrm>
          <a:prstGeom prst="rect">
            <a:avLst/>
          </a:prstGeom>
          <a:solidFill>
            <a:srgbClr val="D2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9568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40487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CRUD operations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Booking workflow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Packages + products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Billing +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828800"/>
            <a:ext cx="73152" cy="237744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568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334"/>
                </a:solidFill>
                <a:latin typeface="Aptos Display"/>
              </a:defRPr>
            </a:pPr>
            <a:r>
              <a:t>DEMONSTRATION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40487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Validation errors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Reports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Testing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GitHub + video + final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Thank You  • 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ED7D7"/>
                </a:solidFill>
                <a:latin typeface="Aptos"/>
              </a:defRPr>
            </a:pPr>
            <a:r>
              <a:t>Devyani  |  25WU0102069  |  AIML Rhinos  |  Woxsen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