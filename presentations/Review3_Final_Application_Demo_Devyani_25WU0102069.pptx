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review: the working application, how it uses the database, validation, reports, tests and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a bad client cannot break the rules: triggers sit below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open source and runs on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screen reads and writes the designed tables; no static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pick customer, service, time; the staff list is filtered by skill, shift and clashes.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layers: Python checks input format; MySQL enforces business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 = subtotal − membership discount + 18% GST; payments may be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reports, each from a view, with CSV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app satisfies the 'transaction awareness' and 'indexing'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Application-level tests, positive and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repository structure; the video link is in video/VIDEO_LINK.md.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4A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PBL · Project 66 · Devyani Pawar (25WU0102069)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4A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REVIEW 3  ·  WEEK 16  ·  FINAL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&amp; Spa Appointment Management System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Python application on the designed database: demonstration, testing and results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Devyani Pawar  ·  25WU0102069  ·  AIML Rhinos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Database Management Systems (DBMS) · Project-Based Learning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School of Technology, Woxsen University</a:t>
            </a:r>
            <a:endParaRPr lang="en-US" sz="1300" dirty="0"/>
          </a:p>
        </p:txBody>
      </p:sp>
      <p:sp>
        <p:nvSpPr>
          <p:cNvPr id="6" name="slot0"/>
          <p:cNvSpPr/>
          <p:nvPr/>
        </p:nvSpPr>
        <p:spPr>
          <a:xfrm>
            <a:off x="67208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9C3D6B"/>
          </a:solidFill>
          <a:ln w="12700">
            <a:solidFill>
              <a:srgbClr val="4A1832"/>
            </a:solidFill>
            <a:prstDash val="solid"/>
          </a:ln>
        </p:spPr>
      </p:sp>
      <p:sp>
        <p:nvSpPr>
          <p:cNvPr id="7" name="slot1"/>
          <p:cNvSpPr/>
          <p:nvPr/>
        </p:nvSpPr>
        <p:spPr>
          <a:xfrm>
            <a:off x="74066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D98BB0"/>
          </a:solidFill>
          <a:ln w="12700">
            <a:solidFill>
              <a:srgbClr val="4A1832"/>
            </a:solidFill>
            <a:prstDash val="solid"/>
          </a:ln>
        </p:spPr>
      </p:sp>
      <p:sp>
        <p:nvSpPr>
          <p:cNvPr id="8" name="slot2"/>
          <p:cNvSpPr/>
          <p:nvPr/>
        </p:nvSpPr>
        <p:spPr>
          <a:xfrm>
            <a:off x="80924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9C3D6B"/>
          </a:solidFill>
          <a:ln w="12700">
            <a:solidFill>
              <a:srgbClr val="4A183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the rules live in the database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98BB0"/>
          </a:solidFill>
          <a:ln w="12700">
            <a:solidFill>
              <a:srgbClr val="D98BB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Presentation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Streamlit (Python) — 9 screens: dashboard, customers, booking, appointments, packages, products, billing, staff, reports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240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 access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db.py — mysql-connector-python, parameterised queries, transaction() with COMMIT / ROLLBACK, friendly error mapping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4A1832"/>
          </a:solidFill>
          <a:ln w="12700">
            <a:solidFill>
              <a:srgbClr val="4A18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429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Database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MySQL 8 — 18 tables, 85 constraints, 5 triggers + 1 procedure, 7 views, 7 secondary indexes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 (also verified on MariaDB 10.11)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(browser-based UI written in pure Python)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mysql-connector-python (official Oracle connector)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MySQL Workbench / mysql CLI, Git &amp; 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-u root -p &lt; database/salon_spa_full.sql  →  streamlit run app/streamlit_app.py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mapped to tables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customer, customer_membership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search, update, delete (FK-guarded)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appointment, appointment_service, staff_skill, staff_schedule, customer_package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 one transaction; skilled-free staff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appointment, appointment_service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/ cancel / no-show, reschedule (trigger re-check)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 &amp; Memberships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package, package_item, customer_package, membership_plan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Sell, enrol, balances (view)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&amp;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product_usage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(stock trigger), restock, 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&amp;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bill, payment, v_bill_summary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bill with discount + GST; part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reports, charts, CSV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Booking: only skilled, free staff are offered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38912" y="987552"/>
            <a:ext cx="4242816" cy="3523765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5" name="Image 0" descr="/home/claude/salon-spa-dbms/screenshots/cropped/05_booking_skilled_sta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48718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19472" y="987552"/>
            <a:ext cx="3785616" cy="2870584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7" name="Image 1" descr="/home/claude/salon-spa-dbms/screenshots/cropped/07_booking_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05840"/>
            <a:ext cx="3749040" cy="28340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93776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Header + all service lines are inserted in one transaction: all or nothing.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and error handling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Input validation (Python)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38912" y="1261872"/>
            <a:ext cx="2307429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6" name="Image 0" descr="/home/claude/salon-spa-dbms/screenshots/cropped/02_register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270853" cy="1463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Skill mismatch (trigger)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645152" y="1261872"/>
            <a:ext cx="2116065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9" name="Image 1" descr="/home/claude/salon-spa-dbms/screenshots/cropped/08_booking_rejected_sk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2079489" cy="1463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Over-payment (trigger)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38912" y="3136392"/>
            <a:ext cx="2026625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12" name="Image 2" descr="/home/claude/salon-spa-dbms/screenshots/cropped/13_payment_over_lim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1990049" cy="14630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66344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Insufficient stock (trigger)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645152" y="3136392"/>
            <a:ext cx="2239845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15" name="Image 3" descr="/home/claude/salon-spa-dbms/screenshots/cropped/17_product_insuffici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54680"/>
            <a:ext cx="2203269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and payments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38912" y="987552"/>
            <a:ext cx="4059936" cy="1960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5" name="Image 0" descr="/home/claude/salon-spa-dbms/screenshots/cropped/31_member_discount_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023360" cy="19242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45152" y="987552"/>
            <a:ext cx="4059936" cy="2596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7" name="Image 1" descr="/home/claude/salon-spa-dbms/screenshots/cropped/15_bill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023360" cy="2560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Gold member: 10% off, then 18% GST · only COMPLETED visits can be billed (trigger) · total is a generated column · balance and status come from v_bill_summary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38912" y="987552"/>
            <a:ext cx="3800054" cy="3145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5" name="Image 0" descr="/home/claude/salon-spa-dbms/screenshots/cropped/23_report_staff_util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763478" cy="3108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45152" y="987552"/>
            <a:ext cx="3800054" cy="3145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7" name="Image 1" descr="/home/claude/salon-spa-dbms/screenshots/cropped/27_report_re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3763478" cy="31089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Appointments · Staff utilisation · Service popularity · Package balances · Product use · Revenue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CRUD, transactions and indexing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005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12161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17957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CRUD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09928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Create customer / booking / bill / payment; read via search and views; update profile, status, schedule, price, stock; controlled delete with FK RESTRICT.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86300" y="1051560"/>
            <a:ext cx="40005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50892" y="12161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5089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44668" y="117957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69180" y="1709928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Booking writes header + lines in START TRANSACTION … COMMIT; any trigger error rolls back everything. SELECT … FOR UPDATE in stock and payment triggers.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48940"/>
            <a:ext cx="40005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" y="311353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31135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307695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Indexing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607308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7 secondary indexes on searched columns: customer name, appointment date+status, staff+start time, bill date, payment time, package status.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86300" y="2948940"/>
            <a:ext cx="40005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50892" y="311353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50892" y="31135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344668" y="307695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Security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69180" y="3607308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All SQL uses %s parameters (no string building), so user input cannot inject SQL. DB user with least privilege.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2651760"/>
                <a:gridCol w="26517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12345, email 'x@gmail'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validation errors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Saved, new ID shown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Facial 17:00 + threading 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skilled free staff; booked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makeup → barber (filter 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Rejected, rolled 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 moved onto a facial 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conflict 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Manicure, 3 of 4 sessions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Redeemed at ₹0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₹600 haircut, Gold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 off + GST = ₹637.20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 on ₹1,746.40 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Exceeds balance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facial kits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stock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with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blocks deletion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and next steps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EBD7E1"/>
          </a:solidFill>
          <a:ln w="12700">
            <a:solidFill>
              <a:srgbClr val="EBD7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A1832"/>
                </a:solidFill>
              </a:rPr>
              <a:t>Delivered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3NF database where the five salon rules cannot be broken by any client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Python app covering booking to payment, plus six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Repeatable test script and realistic data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09160" y="105156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204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A1832"/>
                </a:solidFill>
              </a:rPr>
              <a:t>Limitations → future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No login/roles yet → add role-based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Single branch → branch_id on staff and appointments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No reminders → SMS / WhatsApp before appointment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Customer self-booking portal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GitHub repository: github.com/devyanipawar9003-max/DBMS_PBL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5-minute demo video: link in video/VIDEO_LINK.md in the repository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Repository contains: 3 review decks, SQL scripts, app source, test data, screenshots, report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w and Grace">
  <a:themeElements>
    <a:clrScheme name="Glow and Grace">
      <a:dk1>
        <a:srgbClr val="2B1D24"/>
      </a:dk1>
      <a:lt1>
        <a:srgbClr val="FFFFFF"/>
      </a:lt1>
      <a:dk2>
        <a:srgbClr val="4A1832"/>
      </a:dk2>
      <a:lt2>
        <a:srgbClr val="F7EEF3"/>
      </a:lt2>
      <a:accent1>
        <a:srgbClr val="9C3D6B"/>
      </a:accent1>
      <a:accent2>
        <a:srgbClr val="D98BB0"/>
      </a:accent2>
      <a:accent3>
        <a:srgbClr val="B7791F"/>
      </a:accent3>
      <a:accent4>
        <a:srgbClr val="5B4A52"/>
      </a:accent4>
      <a:accent5>
        <a:srgbClr val="EBD7E1"/>
      </a:accent5>
      <a:accent6>
        <a:srgbClr val="2E7D5B"/>
      </a:accent6>
      <a:hlink>
        <a:srgbClr val="9C3D6B"/>
      </a:hlink>
      <a:folHlink>
        <a:srgbClr val="6D2E46"/>
      </a:folHlink>
    </a:clrScheme>
    <a:fontScheme name="Glow and Gra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Woxsen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3 – Application, Testing and Final Demo</dc:title>
  <dc:subject>PptxGenJS Presentation</dc:subject>
  <dc:creator>Devyani Pawar</dc:creator>
  <cp:lastModifiedBy>Devyani Pawar</cp:lastModifiedBy>
  <cp:revision>1</cp:revision>
  <dcterms:created xsi:type="dcterms:W3CDTF">2026-10-08T10:44:47Z</dcterms:created>
  <dcterms:modified xsi:type="dcterms:W3CDTF">2026-10-08T10:44:47Z</dcterms:modified>
</cp:coreProperties>
</file>